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80DBD4-C741-4453-B810-F022FA1AD440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</dgm:pt>
    <dgm:pt modelId="{2CC44D0F-24F3-4C54-A387-32076FDDE36D}">
      <dgm:prSet phldrT="[Text]" phldr="1"/>
      <dgm:spPr/>
      <dgm:t>
        <a:bodyPr/>
        <a:lstStyle/>
        <a:p>
          <a:endParaRPr lang="en-IN"/>
        </a:p>
      </dgm:t>
    </dgm:pt>
    <dgm:pt modelId="{5966FD12-79A5-454E-9545-00EAFA72CD51}" type="parTrans" cxnId="{5739A2BF-6078-4BAF-97DD-80DE3A9FC4B6}">
      <dgm:prSet/>
      <dgm:spPr/>
      <dgm:t>
        <a:bodyPr/>
        <a:lstStyle/>
        <a:p>
          <a:endParaRPr lang="en-IN"/>
        </a:p>
      </dgm:t>
    </dgm:pt>
    <dgm:pt modelId="{73A14363-89F0-43B6-8263-2D8F87BE500C}" type="sibTrans" cxnId="{5739A2BF-6078-4BAF-97DD-80DE3A9FC4B6}">
      <dgm:prSet/>
      <dgm:spPr/>
      <dgm:t>
        <a:bodyPr/>
        <a:lstStyle/>
        <a:p>
          <a:endParaRPr lang="en-IN"/>
        </a:p>
      </dgm:t>
    </dgm:pt>
    <dgm:pt modelId="{9F138C9A-B6C9-4918-BA5A-0382FA86102B}" type="pres">
      <dgm:prSet presAssocID="{0C80DBD4-C741-4453-B810-F022FA1AD440}" presName="Name0" presStyleCnt="0">
        <dgm:presLayoutVars>
          <dgm:dir/>
          <dgm:resizeHandles val="exact"/>
        </dgm:presLayoutVars>
      </dgm:prSet>
      <dgm:spPr/>
    </dgm:pt>
    <dgm:pt modelId="{FD24F3DE-DA85-4041-9815-3A156EC3373A}" type="pres">
      <dgm:prSet presAssocID="{2CC44D0F-24F3-4C54-A387-32076FDDE36D}" presName="compNode" presStyleCnt="0"/>
      <dgm:spPr/>
    </dgm:pt>
    <dgm:pt modelId="{BF1A8F88-AD5F-4C26-B042-B05D017BEE54}" type="pres">
      <dgm:prSet presAssocID="{2CC44D0F-24F3-4C54-A387-32076FDDE36D}" presName="pictRect" presStyleLbl="node1" presStyleIdx="0" presStyleCnt="1" custScaleX="286795" custScaleY="229086" custLinFactX="86165" custLinFactNeighborX="100000" custLinFactNeighborY="38329"/>
      <dgm:spPr>
        <a:blipFill>
          <a:blip xmlns:r="http://schemas.openxmlformats.org/officeDocument/2006/relationships" r:embed="rId1"/>
          <a:srcRect/>
          <a:stretch>
            <a:fillRect l="-2000" r="-2000"/>
          </a:stretch>
        </a:blipFill>
      </dgm:spPr>
      <dgm:extLst>
        <a:ext uri="{E40237B7-FDA0-4F09-8148-C483321AD2D9}">
          <dgm14:cNvPr xmlns:dgm14="http://schemas.microsoft.com/office/drawing/2010/diagram" id="0" name="" descr="Gemini API workflow diagram">
            <a:extLst>
              <a:ext uri="{FF2B5EF4-FFF2-40B4-BE49-F238E27FC236}">
                <a16:creationId xmlns:a16="http://schemas.microsoft.com/office/drawing/2014/main" id="{7206CAC6-BBF0-9412-4D8C-35752186C5B1}"/>
              </a:ext>
            </a:extLst>
          </dgm14:cNvPr>
        </a:ext>
      </dgm:extLst>
    </dgm:pt>
    <dgm:pt modelId="{8262864C-9071-4FD0-A2DE-07062DE1959A}" type="pres">
      <dgm:prSet presAssocID="{2CC44D0F-24F3-4C54-A387-32076FDDE36D}" presName="textRect" presStyleLbl="revTx" presStyleIdx="0" presStyleCnt="1">
        <dgm:presLayoutVars>
          <dgm:bulletEnabled val="1"/>
        </dgm:presLayoutVars>
      </dgm:prSet>
      <dgm:spPr/>
    </dgm:pt>
  </dgm:ptLst>
  <dgm:cxnLst>
    <dgm:cxn modelId="{522F347B-6F40-4E72-B45F-59372B629729}" type="presOf" srcId="{2CC44D0F-24F3-4C54-A387-32076FDDE36D}" destId="{8262864C-9071-4FD0-A2DE-07062DE1959A}" srcOrd="0" destOrd="0" presId="urn:microsoft.com/office/officeart/2005/8/layout/pList1"/>
    <dgm:cxn modelId="{5739A2BF-6078-4BAF-97DD-80DE3A9FC4B6}" srcId="{0C80DBD4-C741-4453-B810-F022FA1AD440}" destId="{2CC44D0F-24F3-4C54-A387-32076FDDE36D}" srcOrd="0" destOrd="0" parTransId="{5966FD12-79A5-454E-9545-00EAFA72CD51}" sibTransId="{73A14363-89F0-43B6-8263-2D8F87BE500C}"/>
    <dgm:cxn modelId="{C578CBC6-1E45-47DA-99AF-C1DBB672897A}" type="presOf" srcId="{0C80DBD4-C741-4453-B810-F022FA1AD440}" destId="{9F138C9A-B6C9-4918-BA5A-0382FA86102B}" srcOrd="0" destOrd="0" presId="urn:microsoft.com/office/officeart/2005/8/layout/pList1"/>
    <dgm:cxn modelId="{C754A5D8-C6C1-4C21-9941-442441653CE6}" type="presParOf" srcId="{9F138C9A-B6C9-4918-BA5A-0382FA86102B}" destId="{FD24F3DE-DA85-4041-9815-3A156EC3373A}" srcOrd="0" destOrd="0" presId="urn:microsoft.com/office/officeart/2005/8/layout/pList1"/>
    <dgm:cxn modelId="{1AE38FB0-C4D4-47E3-9FCA-9F961B256479}" type="presParOf" srcId="{FD24F3DE-DA85-4041-9815-3A156EC3373A}" destId="{BF1A8F88-AD5F-4C26-B042-B05D017BEE54}" srcOrd="0" destOrd="0" presId="urn:microsoft.com/office/officeart/2005/8/layout/pList1"/>
    <dgm:cxn modelId="{F0918D51-AB8E-4DC2-8B29-F587FECF0047}" type="presParOf" srcId="{FD24F3DE-DA85-4041-9815-3A156EC3373A}" destId="{8262864C-9071-4FD0-A2DE-07062DE1959A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1A8F88-AD5F-4C26-B042-B05D017BEE54}">
      <dsp:nvSpPr>
        <dsp:cNvPr id="0" name=""/>
        <dsp:cNvSpPr/>
      </dsp:nvSpPr>
      <dsp:spPr>
        <a:xfrm>
          <a:off x="3481" y="93886"/>
          <a:ext cx="6230170" cy="3428831"/>
        </a:xfrm>
        <a:prstGeom prst="roundRect">
          <a:avLst/>
        </a:prstGeom>
        <a:blipFill>
          <a:blip xmlns:r="http://schemas.openxmlformats.org/officeDocument/2006/relationships" r:embed="rId1"/>
          <a:srcRect/>
          <a:stretch>
            <a:fillRect l="-2000" r="-2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62864C-9071-4FD0-A2DE-07062DE1959A}">
      <dsp:nvSpPr>
        <dsp:cNvPr id="0" name=""/>
        <dsp:cNvSpPr/>
      </dsp:nvSpPr>
      <dsp:spPr>
        <a:xfrm>
          <a:off x="2030654" y="2509731"/>
          <a:ext cx="2172342" cy="805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270256" rIns="270256" bIns="0" numCol="1" spcCol="1270" anchor="t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3800" kern="1200"/>
        </a:p>
      </dsp:txBody>
      <dsp:txXfrm>
        <a:off x="2030654" y="2509731"/>
        <a:ext cx="2172342" cy="8059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551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205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71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513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404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082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0816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082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255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279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37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93321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101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02881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610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180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405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ACB1E0D-F338-48E4-9C4E-2FCF387BF58E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206C6-BF6E-423A-A099-27C9AFD385D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3939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9F5B3-3A2F-1BB1-C309-E72645BB121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76399" y="988593"/>
            <a:ext cx="9144000" cy="1257300"/>
          </a:xfrm>
        </p:spPr>
        <p:txBody>
          <a:bodyPr>
            <a:noAutofit/>
          </a:bodyPr>
          <a:lstStyle/>
          <a:p>
            <a:pPr algn="ctr"/>
            <a:r>
              <a:rPr lang="en-IN" sz="4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Integration with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59EFA-6016-BCCC-8337-6FD2B24D537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024186" y="2450410"/>
            <a:ext cx="6448425" cy="717550"/>
          </a:xfrm>
        </p:spPr>
        <p:txBody>
          <a:bodyPr>
            <a:noAutofit/>
          </a:bodyPr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AI-Powered Applications using Google Generative AI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B4E810-DD06-3944-C9B1-C6668BA5A1B8}"/>
              </a:ext>
            </a:extLst>
          </p:cNvPr>
          <p:cNvSpPr txBox="1"/>
          <p:nvPr/>
        </p:nvSpPr>
        <p:spPr>
          <a:xfrm>
            <a:off x="8817463" y="4946076"/>
            <a:ext cx="29693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Harpreet Kaur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Department: B tech CSE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College: JMIETI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99892C-FA8A-61B9-0535-FFB6CB4332F3}"/>
              </a:ext>
            </a:extLst>
          </p:cNvPr>
          <p:cNvSpPr txBox="1"/>
          <p:nvPr/>
        </p:nvSpPr>
        <p:spPr>
          <a:xfrm>
            <a:off x="405196" y="4946076"/>
            <a:ext cx="254240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Jupyter Notebook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</a:t>
            </a:r>
          </a:p>
        </p:txBody>
      </p:sp>
    </p:spTree>
    <p:extLst>
      <p:ext uri="{BB962C8B-B14F-4D97-AF65-F5344CB8AC3E}">
        <p14:creationId xmlns:p14="http://schemas.microsoft.com/office/powerpoint/2010/main" val="3735697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A25B64-976F-1AB0-6FE3-5B15BB66AFF0}"/>
              </a:ext>
            </a:extLst>
          </p:cNvPr>
          <p:cNvSpPr txBox="1"/>
          <p:nvPr/>
        </p:nvSpPr>
        <p:spPr>
          <a:xfrm>
            <a:off x="3915696" y="464263"/>
            <a:ext cx="463590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CBD604A-1F5E-D237-15D7-A73BB97ABABA}"/>
              </a:ext>
            </a:extLst>
          </p:cNvPr>
          <p:cNvSpPr/>
          <p:nvPr/>
        </p:nvSpPr>
        <p:spPr>
          <a:xfrm>
            <a:off x="393291" y="3123802"/>
            <a:ext cx="4699820" cy="3046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notebook covers: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the required libraries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necessary modules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Configuring the Gemini API key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Listing available Gemini models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Initializing a Generative AI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prompts to the model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Receiving AI-generated responses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6F4FF07-A9AC-17E4-EC5D-40F18381CAC3}"/>
              </a:ext>
            </a:extLst>
          </p:cNvPr>
          <p:cNvSpPr/>
          <p:nvPr/>
        </p:nvSpPr>
        <p:spPr>
          <a:xfrm>
            <a:off x="393290" y="1583407"/>
            <a:ext cx="9517625" cy="11007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how to integrate Google's Gemini API into a Python application using the official Google Generative AI library.</a:t>
            </a: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CA615EB5-BA5D-F42C-E093-841FD8DE1B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8047361"/>
              </p:ext>
            </p:extLst>
          </p:nvPr>
        </p:nvGraphicFramePr>
        <p:xfrm>
          <a:off x="5565059" y="2871020"/>
          <a:ext cx="6233652" cy="35227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8211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232245-644D-CB91-21E2-28F2C46C06AF}"/>
              </a:ext>
            </a:extLst>
          </p:cNvPr>
          <p:cNvSpPr txBox="1"/>
          <p:nvPr/>
        </p:nvSpPr>
        <p:spPr>
          <a:xfrm>
            <a:off x="2138516" y="474095"/>
            <a:ext cx="791496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Installing Required Libraries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6D0704-C82C-0F9C-702A-89BE7B2B670D}"/>
              </a:ext>
            </a:extLst>
          </p:cNvPr>
          <p:cNvSpPr/>
          <p:nvPr/>
        </p:nvSpPr>
        <p:spPr>
          <a:xfrm>
            <a:off x="481781" y="1297858"/>
            <a:ext cx="11257935" cy="891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interacting with the Google Gemini API, the necessary Python libraries must be installed</a:t>
            </a:r>
            <a:r>
              <a:rPr lang="en-IN" sz="2000" dirty="0"/>
              <a:t>.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270083B-EAA0-08FF-DEC7-1A232BB919B2}"/>
              </a:ext>
            </a:extLst>
          </p:cNvPr>
          <p:cNvSpPr/>
          <p:nvPr/>
        </p:nvSpPr>
        <p:spPr>
          <a:xfrm>
            <a:off x="5083277" y="2391437"/>
            <a:ext cx="2054942" cy="891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 Used: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B01229-FB6B-491F-9C16-291289912748}"/>
              </a:ext>
            </a:extLst>
          </p:cNvPr>
          <p:cNvSpPr/>
          <p:nvPr/>
        </p:nvSpPr>
        <p:spPr>
          <a:xfrm>
            <a:off x="506364" y="2888529"/>
            <a:ext cx="3165987" cy="1708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Google-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GenerativeAI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to Gemini models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AI-powered responses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A803ACB-34D5-BC36-377E-315AF4EB71FD}"/>
              </a:ext>
            </a:extLst>
          </p:cNvPr>
          <p:cNvSpPr/>
          <p:nvPr/>
        </p:nvSpPr>
        <p:spPr>
          <a:xfrm>
            <a:off x="8470490" y="2841072"/>
            <a:ext cx="3165988" cy="172498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-whisper: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transcription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applications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F72D86B-C7CB-1742-E5FB-3D55E8AFC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928" y="4807996"/>
            <a:ext cx="10330143" cy="752146"/>
          </a:xfrm>
          <a:prstGeom prst="rect">
            <a:avLst/>
          </a:prstGeom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5CEAA61-00FB-C1E3-5BE6-05681675DA8E}"/>
              </a:ext>
            </a:extLst>
          </p:cNvPr>
          <p:cNvCxnSpPr/>
          <p:nvPr/>
        </p:nvCxnSpPr>
        <p:spPr>
          <a:xfrm rot="10800000" flipV="1">
            <a:off x="3672349" y="2789984"/>
            <a:ext cx="1386349" cy="8750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03F7463-6206-C9B7-E078-C07874AE8FBF}"/>
              </a:ext>
            </a:extLst>
          </p:cNvPr>
          <p:cNvCxnSpPr>
            <a:cxnSpLocks/>
          </p:cNvCxnSpPr>
          <p:nvPr/>
        </p:nvCxnSpPr>
        <p:spPr>
          <a:xfrm>
            <a:off x="7113640" y="2820829"/>
            <a:ext cx="1356853" cy="8935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4BDD3F7-FB08-9900-9EBB-D725E220E66C}"/>
              </a:ext>
            </a:extLst>
          </p:cNvPr>
          <p:cNvSpPr/>
          <p:nvPr/>
        </p:nvSpPr>
        <p:spPr>
          <a:xfrm>
            <a:off x="2138516" y="5802084"/>
            <a:ext cx="8042787" cy="75214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packages are installed successfully before using the Gemini API.</a:t>
            </a:r>
          </a:p>
        </p:txBody>
      </p:sp>
    </p:spTree>
    <p:extLst>
      <p:ext uri="{BB962C8B-B14F-4D97-AF65-F5344CB8AC3E}">
        <p14:creationId xmlns:p14="http://schemas.microsoft.com/office/powerpoint/2010/main" val="577356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7E4318-CA93-7970-67C3-73458EDC3DF1}"/>
              </a:ext>
            </a:extLst>
          </p:cNvPr>
          <p:cNvSpPr txBox="1"/>
          <p:nvPr/>
        </p:nvSpPr>
        <p:spPr>
          <a:xfrm>
            <a:off x="1622323" y="326610"/>
            <a:ext cx="8701547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Importing the Google Generative AI Library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2A4037-DDBE-7DBD-4F32-CBF500015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995" y="2397039"/>
            <a:ext cx="5413043" cy="188982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298AE7D-ACBD-53CA-D8F3-C16BBB19DC07}"/>
              </a:ext>
            </a:extLst>
          </p:cNvPr>
          <p:cNvSpPr/>
          <p:nvPr/>
        </p:nvSpPr>
        <p:spPr>
          <a:xfrm>
            <a:off x="353961" y="1845068"/>
            <a:ext cx="5742039" cy="26286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google.generativeai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Generative AI SDK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the notebook.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alias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simplify future API calls.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library allows developers to configure the API, access Gemini models, and generate AI-powered responses.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140BE93-F4A4-948F-CBAB-C3A4CF03AA6F}"/>
              </a:ext>
            </a:extLst>
          </p:cNvPr>
          <p:cNvSpPr/>
          <p:nvPr/>
        </p:nvSpPr>
        <p:spPr>
          <a:xfrm>
            <a:off x="353961" y="4817806"/>
            <a:ext cx="9281652" cy="1713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genai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.__version__):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installed version of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Generative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verify that the library has been installed correctly.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compatibility with the notebook before proceeding with API integration.</a:t>
            </a:r>
          </a:p>
        </p:txBody>
      </p:sp>
    </p:spTree>
    <p:extLst>
      <p:ext uri="{BB962C8B-B14F-4D97-AF65-F5344CB8AC3E}">
        <p14:creationId xmlns:p14="http://schemas.microsoft.com/office/powerpoint/2010/main" val="3863645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9FEBE4-14C1-19BC-E951-E3C2FEEC7200}"/>
              </a:ext>
            </a:extLst>
          </p:cNvPr>
          <p:cNvSpPr txBox="1"/>
          <p:nvPr/>
        </p:nvSpPr>
        <p:spPr>
          <a:xfrm>
            <a:off x="1238864" y="257785"/>
            <a:ext cx="971427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Configuring the API Key and Exploring Gemini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96BDA-FCE9-FB25-A40A-6E3598A26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7" y="1836174"/>
            <a:ext cx="8219770" cy="12618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6D472D-5D64-F963-37E6-F5F281118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57" y="4116487"/>
            <a:ext cx="3554293" cy="2483728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EC3407-2721-962A-4027-36A16792BCB4}"/>
              </a:ext>
            </a:extLst>
          </p:cNvPr>
          <p:cNvSpPr/>
          <p:nvPr/>
        </p:nvSpPr>
        <p:spPr>
          <a:xfrm>
            <a:off x="383457" y="3414564"/>
            <a:ext cx="2359742" cy="5604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Output: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2F04484-2F88-57A6-5A6F-447E1D310B3D}"/>
              </a:ext>
            </a:extLst>
          </p:cNvPr>
          <p:cNvSpPr/>
          <p:nvPr/>
        </p:nvSpPr>
        <p:spPr>
          <a:xfrm>
            <a:off x="4729317" y="3414564"/>
            <a:ext cx="7079226" cy="23373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genai.configure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api_key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=...)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authenticates the application using the Gemini API key. </a:t>
            </a:r>
          </a:p>
          <a:p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genai.list_models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retrieves all available Gemini models. The if condition filters models that support content generation.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print(model.name)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names of the supported models.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B0A70E-70CF-15E0-3825-B1965771CDAD}"/>
              </a:ext>
            </a:extLst>
          </p:cNvPr>
          <p:cNvSpPr/>
          <p:nvPr/>
        </p:nvSpPr>
        <p:spPr>
          <a:xfrm>
            <a:off x="4729317" y="6020112"/>
            <a:ext cx="4503175" cy="58010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connects to the Gemini API.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0988A4D6-D21C-0661-C3D7-82E0EB0C9FE5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3937750" y="5358351"/>
            <a:ext cx="791567" cy="951813"/>
          </a:xfrm>
          <a:prstGeom prst="bentConnector3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404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B8EB0B-7009-B693-E4EC-B8D3FDCA353B}"/>
              </a:ext>
            </a:extLst>
          </p:cNvPr>
          <p:cNvSpPr txBox="1"/>
          <p:nvPr/>
        </p:nvSpPr>
        <p:spPr>
          <a:xfrm>
            <a:off x="1681316" y="316778"/>
            <a:ext cx="882936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– Loading the API Key Securely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BA9954-6581-E7B5-FD7A-8FD33346B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52" y="1241736"/>
            <a:ext cx="10074513" cy="132448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A65304-0070-D791-8D23-7319DADDA5F4}"/>
              </a:ext>
            </a:extLst>
          </p:cNvPr>
          <p:cNvSpPr/>
          <p:nvPr/>
        </p:nvSpPr>
        <p:spPr>
          <a:xfrm>
            <a:off x="360652" y="3018504"/>
            <a:ext cx="6587613" cy="30258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os.environ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checks whether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GEMINI_API_KEY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already exists.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getpass.getpass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securely accepts the API key without displaying it on the screen.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API key is stored as an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variable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print() statement verifies that the API key has been successfully loaded.</a:t>
            </a:r>
          </a:p>
        </p:txBody>
      </p:sp>
      <p:pic>
        <p:nvPicPr>
          <p:cNvPr id="13" name="Picture 12" descr="Gemini API key configuration diagram">
            <a:extLst>
              <a:ext uri="{FF2B5EF4-FFF2-40B4-BE49-F238E27FC236}">
                <a16:creationId xmlns:a16="http://schemas.microsoft.com/office/drawing/2014/main" id="{32914784-9ACB-5E8A-9D79-1B0FFF34B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696" y="2814069"/>
            <a:ext cx="4486651" cy="386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55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8A091D-948F-D6F4-289A-0B627BB80E7E}"/>
              </a:ext>
            </a:extLst>
          </p:cNvPr>
          <p:cNvSpPr txBox="1"/>
          <p:nvPr/>
        </p:nvSpPr>
        <p:spPr>
          <a:xfrm>
            <a:off x="599767" y="109453"/>
            <a:ext cx="10992465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Initializing the Gemini Model and Generating a Response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816BF0-3078-AF62-3728-D3FC84B6F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460" y="1500700"/>
            <a:ext cx="4512018" cy="195142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57915C3-E878-86AE-740F-4D61EB8BAB9D}"/>
              </a:ext>
            </a:extLst>
          </p:cNvPr>
          <p:cNvSpPr/>
          <p:nvPr/>
        </p:nvSpPr>
        <p:spPr>
          <a:xfrm>
            <a:off x="5093110" y="1500700"/>
            <a:ext cx="6832430" cy="279738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genai.configure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the API key stored in the environment variable to authenticate the application.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GenerativeModel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("gemini-2.5-flash")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2.5 Flash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generate_content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the user prompt to the model.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response.text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AI-generated response in the notebook.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058694-0E22-8EF8-84BD-DED162091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60" y="4498027"/>
            <a:ext cx="8334767" cy="5380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AC312A-5814-0078-A098-229A230D9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60" y="5236064"/>
            <a:ext cx="9847709" cy="1407311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3DD3C47-CFC1-A8A2-4FCA-0F79026EC4D6}"/>
              </a:ext>
            </a:extLst>
          </p:cNvPr>
          <p:cNvSpPr/>
          <p:nvPr/>
        </p:nvSpPr>
        <p:spPr>
          <a:xfrm>
            <a:off x="266460" y="3701213"/>
            <a:ext cx="1858297" cy="55517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863678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A8CE2B-AC2F-C8AF-71DB-72185A16C0D8}"/>
              </a:ext>
            </a:extLst>
          </p:cNvPr>
          <p:cNvSpPr txBox="1"/>
          <p:nvPr/>
        </p:nvSpPr>
        <p:spPr>
          <a:xfrm>
            <a:off x="3048000" y="196644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1C19E9-A93E-B661-70CF-E5F4D2E7C125}"/>
              </a:ext>
            </a:extLst>
          </p:cNvPr>
          <p:cNvSpPr/>
          <p:nvPr/>
        </p:nvSpPr>
        <p:spPr>
          <a:xfrm>
            <a:off x="432619" y="3539613"/>
            <a:ext cx="7098890" cy="23695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integrated the Google Gemini API with Python.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environment variables for secure API key management.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Explored and selected an appropriate Gemini model.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accurate and meaningful AI responses using prompts.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351FFD7-A4D1-435F-FF4D-0208FE9F3D15}"/>
              </a:ext>
            </a:extLst>
          </p:cNvPr>
          <p:cNvSpPr/>
          <p:nvPr/>
        </p:nvSpPr>
        <p:spPr>
          <a:xfrm>
            <a:off x="432619" y="1263445"/>
            <a:ext cx="10441858" cy="175997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demonstrates the integration of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Python to generate AI-powered responses. The workflow included installing the required libraries, configuring the API key securely, exploring available Gemini models, initializing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2.5 Flash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model, and generating responses from user prompts.</a:t>
            </a:r>
          </a:p>
        </p:txBody>
      </p:sp>
    </p:spTree>
    <p:extLst>
      <p:ext uri="{BB962C8B-B14F-4D97-AF65-F5344CB8AC3E}">
        <p14:creationId xmlns:p14="http://schemas.microsoft.com/office/powerpoint/2010/main" val="3094835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C6ADDC-41BF-EA6F-83E3-00BEE8660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77" y="196644"/>
            <a:ext cx="11769213" cy="645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521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107</TotalTime>
  <Words>529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Century Gothic</vt:lpstr>
      <vt:lpstr>Times New Roman</vt:lpstr>
      <vt:lpstr>Wingdings</vt:lpstr>
      <vt:lpstr>Wingdings 3</vt:lpstr>
      <vt:lpstr>Ion</vt:lpstr>
      <vt:lpstr>Google Gemini API Integration with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harpreet kaur</dc:creator>
  <cp:lastModifiedBy>harpreet kaur</cp:lastModifiedBy>
  <cp:revision>1</cp:revision>
  <dcterms:created xsi:type="dcterms:W3CDTF">2026-07-09T14:04:11Z</dcterms:created>
  <dcterms:modified xsi:type="dcterms:W3CDTF">2026-07-09T15:51:39Z</dcterms:modified>
</cp:coreProperties>
</file>